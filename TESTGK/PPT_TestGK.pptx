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Quicksand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440147">
            <a:off x="13306363" y="7128269"/>
            <a:ext cx="6453203" cy="6905178"/>
          </a:xfrm>
          <a:custGeom>
            <a:avLst/>
            <a:gdLst/>
            <a:ahLst/>
            <a:cxnLst/>
            <a:rect r="r" b="b" t="t" l="l"/>
            <a:pathLst>
              <a:path h="6905178" w="6453203">
                <a:moveTo>
                  <a:pt x="0" y="0"/>
                </a:moveTo>
                <a:lnTo>
                  <a:pt x="6453203" y="0"/>
                </a:lnTo>
                <a:lnTo>
                  <a:pt x="6453203" y="6905178"/>
                </a:lnTo>
                <a:lnTo>
                  <a:pt x="0" y="6905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6967432"/>
            <a:ext cx="518177" cy="742906"/>
          </a:xfrm>
          <a:custGeom>
            <a:avLst/>
            <a:gdLst/>
            <a:ahLst/>
            <a:cxnLst/>
            <a:rect r="r" b="b" t="t" l="l"/>
            <a:pathLst>
              <a:path h="742906" w="518177">
                <a:moveTo>
                  <a:pt x="0" y="0"/>
                </a:moveTo>
                <a:lnTo>
                  <a:pt x="518177" y="0"/>
                </a:lnTo>
                <a:lnTo>
                  <a:pt x="518177" y="742906"/>
                </a:lnTo>
                <a:lnTo>
                  <a:pt x="0" y="742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79840" y="9211841"/>
            <a:ext cx="359696" cy="607082"/>
          </a:xfrm>
          <a:custGeom>
            <a:avLst/>
            <a:gdLst/>
            <a:ahLst/>
            <a:cxnLst/>
            <a:rect r="r" b="b" t="t" l="l"/>
            <a:pathLst>
              <a:path h="607082" w="359696">
                <a:moveTo>
                  <a:pt x="0" y="0"/>
                </a:moveTo>
                <a:lnTo>
                  <a:pt x="359696" y="0"/>
                </a:lnTo>
                <a:lnTo>
                  <a:pt x="359696" y="607081"/>
                </a:lnTo>
                <a:lnTo>
                  <a:pt x="0" y="607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-3118282" y="-3834916"/>
            <a:ext cx="7167806" cy="7669832"/>
          </a:xfrm>
          <a:custGeom>
            <a:avLst/>
            <a:gdLst/>
            <a:ahLst/>
            <a:cxnLst/>
            <a:rect r="r" b="b" t="t" l="l"/>
            <a:pathLst>
              <a:path h="7669832" w="7167806">
                <a:moveTo>
                  <a:pt x="0" y="0"/>
                </a:moveTo>
                <a:lnTo>
                  <a:pt x="7167807" y="0"/>
                </a:lnTo>
                <a:lnTo>
                  <a:pt x="7167807" y="7669832"/>
                </a:lnTo>
                <a:lnTo>
                  <a:pt x="0" y="7669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52126" y="419916"/>
            <a:ext cx="360704" cy="608784"/>
          </a:xfrm>
          <a:custGeom>
            <a:avLst/>
            <a:gdLst/>
            <a:ahLst/>
            <a:cxnLst/>
            <a:rect r="r" b="b" t="t" l="l"/>
            <a:pathLst>
              <a:path h="608784" w="360704">
                <a:moveTo>
                  <a:pt x="0" y="0"/>
                </a:moveTo>
                <a:lnTo>
                  <a:pt x="360705" y="0"/>
                </a:lnTo>
                <a:lnTo>
                  <a:pt x="360705" y="608784"/>
                </a:lnTo>
                <a:lnTo>
                  <a:pt x="0" y="6087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9225" y="1459770"/>
            <a:ext cx="587766" cy="751644"/>
          </a:xfrm>
          <a:custGeom>
            <a:avLst/>
            <a:gdLst/>
            <a:ahLst/>
            <a:cxnLst/>
            <a:rect r="r" b="b" t="t" l="l"/>
            <a:pathLst>
              <a:path h="751644" w="587766">
                <a:moveTo>
                  <a:pt x="0" y="0"/>
                </a:moveTo>
                <a:lnTo>
                  <a:pt x="587766" y="0"/>
                </a:lnTo>
                <a:lnTo>
                  <a:pt x="587766" y="751644"/>
                </a:lnTo>
                <a:lnTo>
                  <a:pt x="0" y="7516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5999" t="0" r="0" b="-15250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392152">
            <a:off x="-3317949" y="6484799"/>
            <a:ext cx="9562453" cy="6335125"/>
          </a:xfrm>
          <a:custGeom>
            <a:avLst/>
            <a:gdLst/>
            <a:ahLst/>
            <a:cxnLst/>
            <a:rect r="r" b="b" t="t" l="l"/>
            <a:pathLst>
              <a:path h="6335125" w="9562453">
                <a:moveTo>
                  <a:pt x="0" y="0"/>
                </a:moveTo>
                <a:lnTo>
                  <a:pt x="9562452" y="0"/>
                </a:lnTo>
                <a:lnTo>
                  <a:pt x="9562452" y="6335125"/>
                </a:lnTo>
                <a:lnTo>
                  <a:pt x="0" y="6335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353796">
            <a:off x="-322018" y="8241582"/>
            <a:ext cx="5732819" cy="1770008"/>
          </a:xfrm>
          <a:custGeom>
            <a:avLst/>
            <a:gdLst/>
            <a:ahLst/>
            <a:cxnLst/>
            <a:rect r="r" b="b" t="t" l="l"/>
            <a:pathLst>
              <a:path h="1770008" w="5732819">
                <a:moveTo>
                  <a:pt x="0" y="1770008"/>
                </a:moveTo>
                <a:lnTo>
                  <a:pt x="5732819" y="1770008"/>
                </a:lnTo>
                <a:lnTo>
                  <a:pt x="5732819" y="0"/>
                </a:lnTo>
                <a:lnTo>
                  <a:pt x="0" y="0"/>
                </a:lnTo>
                <a:lnTo>
                  <a:pt x="0" y="1770008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2018" y="7720019"/>
            <a:ext cx="407207" cy="583810"/>
          </a:xfrm>
          <a:custGeom>
            <a:avLst/>
            <a:gdLst/>
            <a:ahLst/>
            <a:cxnLst/>
            <a:rect r="r" b="b" t="t" l="l"/>
            <a:pathLst>
              <a:path h="583810" w="407207">
                <a:moveTo>
                  <a:pt x="0" y="0"/>
                </a:moveTo>
                <a:lnTo>
                  <a:pt x="407207" y="0"/>
                </a:lnTo>
                <a:lnTo>
                  <a:pt x="407207" y="583810"/>
                </a:lnTo>
                <a:lnTo>
                  <a:pt x="0" y="583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10458865">
            <a:off x="12116724" y="-1703721"/>
            <a:ext cx="8248819" cy="5464843"/>
          </a:xfrm>
          <a:custGeom>
            <a:avLst/>
            <a:gdLst/>
            <a:ahLst/>
            <a:cxnLst/>
            <a:rect r="r" b="b" t="t" l="l"/>
            <a:pathLst>
              <a:path h="5464843" w="8248819">
                <a:moveTo>
                  <a:pt x="8248819" y="0"/>
                </a:moveTo>
                <a:lnTo>
                  <a:pt x="0" y="0"/>
                </a:lnTo>
                <a:lnTo>
                  <a:pt x="0" y="5464842"/>
                </a:lnTo>
                <a:lnTo>
                  <a:pt x="8248819" y="5464842"/>
                </a:lnTo>
                <a:lnTo>
                  <a:pt x="8248819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401037" y="1589985"/>
            <a:ext cx="752879" cy="962794"/>
          </a:xfrm>
          <a:custGeom>
            <a:avLst/>
            <a:gdLst/>
            <a:ahLst/>
            <a:cxnLst/>
            <a:rect r="r" b="b" t="t" l="l"/>
            <a:pathLst>
              <a:path h="962794" w="752879">
                <a:moveTo>
                  <a:pt x="0" y="0"/>
                </a:moveTo>
                <a:lnTo>
                  <a:pt x="752880" y="0"/>
                </a:lnTo>
                <a:lnTo>
                  <a:pt x="752880" y="962794"/>
                </a:lnTo>
                <a:lnTo>
                  <a:pt x="0" y="9627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5999" t="0" r="0" b="-152507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2638159" y="419916"/>
            <a:ext cx="4880230" cy="1506771"/>
          </a:xfrm>
          <a:custGeom>
            <a:avLst/>
            <a:gdLst/>
            <a:ahLst/>
            <a:cxnLst/>
            <a:rect r="r" b="b" t="t" l="l"/>
            <a:pathLst>
              <a:path h="1506771" w="4880230">
                <a:moveTo>
                  <a:pt x="4880230" y="0"/>
                </a:moveTo>
                <a:lnTo>
                  <a:pt x="0" y="0"/>
                </a:lnTo>
                <a:lnTo>
                  <a:pt x="0" y="1506771"/>
                </a:lnTo>
                <a:lnTo>
                  <a:pt x="4880230" y="1506771"/>
                </a:lnTo>
                <a:lnTo>
                  <a:pt x="488023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69225" y="4205398"/>
            <a:ext cx="17259300" cy="277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9"/>
              </a:lnSpc>
            </a:pPr>
            <a:r>
              <a:rPr lang="en-US" b="true" sz="65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KIỂM THỬ SESSION MANAGEMENT: SESSION FIXATION, COOKIE FLAGS (SECURE / HTTPONLY / SAMESITE)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54698" y="7885113"/>
            <a:ext cx="1328652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GIẢNG VIÊN HD: THS.PHẠM TRỌNG HUYNH</a:t>
            </a:r>
          </a:p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ĐẶNG DƯƠNG NGUYÊN</a:t>
            </a:r>
            <a:r>
              <a:rPr lang="en-US" b="true" sz="35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- 1150080150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880740" y="87613"/>
            <a:ext cx="2465167" cy="2465167"/>
          </a:xfrm>
          <a:custGeom>
            <a:avLst/>
            <a:gdLst/>
            <a:ahLst/>
            <a:cxnLst/>
            <a:rect r="r" b="b" t="t" l="l"/>
            <a:pathLst>
              <a:path h="2465167" w="2465167">
                <a:moveTo>
                  <a:pt x="0" y="0"/>
                </a:moveTo>
                <a:lnTo>
                  <a:pt x="2465166" y="0"/>
                </a:lnTo>
                <a:lnTo>
                  <a:pt x="2465166" y="2465166"/>
                </a:lnTo>
                <a:lnTo>
                  <a:pt x="0" y="24651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303711" y="2685668"/>
            <a:ext cx="11680579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TRƯỜNG ĐẠI HỌC TÀI NGUYÊN VÀ MÔI TRƯỜNG TP.HCM</a:t>
            </a:r>
          </a:p>
          <a:p>
            <a:pPr algn="ctr">
              <a:lnSpc>
                <a:spcPts val="4619"/>
              </a:lnSpc>
            </a:pPr>
            <a:r>
              <a:rPr lang="en-US" b="true" sz="3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KHOA CÔNG NGHỆ THÔNG TIN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914401" y="-3778655"/>
            <a:ext cx="7924991" cy="6280555"/>
          </a:xfrm>
          <a:custGeom>
            <a:avLst/>
            <a:gdLst/>
            <a:ahLst/>
            <a:cxnLst/>
            <a:rect r="r" b="b" t="t" l="l"/>
            <a:pathLst>
              <a:path h="6280555" w="7924991">
                <a:moveTo>
                  <a:pt x="7924991" y="0"/>
                </a:moveTo>
                <a:lnTo>
                  <a:pt x="0" y="0"/>
                </a:lnTo>
                <a:lnTo>
                  <a:pt x="0" y="6280555"/>
                </a:lnTo>
                <a:lnTo>
                  <a:pt x="7924991" y="6280555"/>
                </a:lnTo>
                <a:lnTo>
                  <a:pt x="792499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95549">
            <a:off x="-2689687" y="7488263"/>
            <a:ext cx="8449018" cy="5597475"/>
          </a:xfrm>
          <a:custGeom>
            <a:avLst/>
            <a:gdLst/>
            <a:ahLst/>
            <a:cxnLst/>
            <a:rect r="r" b="b" t="t" l="l"/>
            <a:pathLst>
              <a:path h="5597475" w="8449018">
                <a:moveTo>
                  <a:pt x="8449018" y="0"/>
                </a:moveTo>
                <a:lnTo>
                  <a:pt x="0" y="0"/>
                </a:lnTo>
                <a:lnTo>
                  <a:pt x="0" y="5597474"/>
                </a:lnTo>
                <a:lnTo>
                  <a:pt x="8449018" y="5597474"/>
                </a:lnTo>
                <a:lnTo>
                  <a:pt x="8449018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735487" y="7135857"/>
            <a:ext cx="10059637" cy="7972262"/>
          </a:xfrm>
          <a:custGeom>
            <a:avLst/>
            <a:gdLst/>
            <a:ahLst/>
            <a:cxnLst/>
            <a:rect r="r" b="b" t="t" l="l"/>
            <a:pathLst>
              <a:path h="7972262" w="10059637">
                <a:moveTo>
                  <a:pt x="10059637" y="0"/>
                </a:moveTo>
                <a:lnTo>
                  <a:pt x="0" y="0"/>
                </a:lnTo>
                <a:lnTo>
                  <a:pt x="0" y="7972262"/>
                </a:lnTo>
                <a:lnTo>
                  <a:pt x="10059637" y="7972262"/>
                </a:lnTo>
                <a:lnTo>
                  <a:pt x="10059637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316181">
            <a:off x="12292357" y="-5232296"/>
            <a:ext cx="11430594" cy="7572768"/>
          </a:xfrm>
          <a:custGeom>
            <a:avLst/>
            <a:gdLst/>
            <a:ahLst/>
            <a:cxnLst/>
            <a:rect r="r" b="b" t="t" l="l"/>
            <a:pathLst>
              <a:path h="7572768" w="11430594">
                <a:moveTo>
                  <a:pt x="0" y="0"/>
                </a:moveTo>
                <a:lnTo>
                  <a:pt x="11430594" y="0"/>
                </a:lnTo>
                <a:lnTo>
                  <a:pt x="11430594" y="7572769"/>
                </a:lnTo>
                <a:lnTo>
                  <a:pt x="0" y="7572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3151" y="1527846"/>
            <a:ext cx="17131199" cy="7730454"/>
          </a:xfrm>
          <a:custGeom>
            <a:avLst/>
            <a:gdLst/>
            <a:ahLst/>
            <a:cxnLst/>
            <a:rect r="r" b="b" t="t" l="l"/>
            <a:pathLst>
              <a:path h="7730454" w="17131199">
                <a:moveTo>
                  <a:pt x="0" y="0"/>
                </a:moveTo>
                <a:lnTo>
                  <a:pt x="17131199" y="0"/>
                </a:lnTo>
                <a:lnTo>
                  <a:pt x="17131199" y="7730454"/>
                </a:lnTo>
                <a:lnTo>
                  <a:pt x="0" y="7730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91263" y="89530"/>
            <a:ext cx="10871335" cy="101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KẾ HOẠCH KIỂM THỬ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914401" y="-3778655"/>
            <a:ext cx="7924991" cy="6280555"/>
          </a:xfrm>
          <a:custGeom>
            <a:avLst/>
            <a:gdLst/>
            <a:ahLst/>
            <a:cxnLst/>
            <a:rect r="r" b="b" t="t" l="l"/>
            <a:pathLst>
              <a:path h="6280555" w="7924991">
                <a:moveTo>
                  <a:pt x="7924991" y="0"/>
                </a:moveTo>
                <a:lnTo>
                  <a:pt x="0" y="0"/>
                </a:lnTo>
                <a:lnTo>
                  <a:pt x="0" y="6280555"/>
                </a:lnTo>
                <a:lnTo>
                  <a:pt x="7924991" y="6280555"/>
                </a:lnTo>
                <a:lnTo>
                  <a:pt x="792499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95549">
            <a:off x="-2689687" y="7488263"/>
            <a:ext cx="8449018" cy="5597475"/>
          </a:xfrm>
          <a:custGeom>
            <a:avLst/>
            <a:gdLst/>
            <a:ahLst/>
            <a:cxnLst/>
            <a:rect r="r" b="b" t="t" l="l"/>
            <a:pathLst>
              <a:path h="5597475" w="8449018">
                <a:moveTo>
                  <a:pt x="8449018" y="0"/>
                </a:moveTo>
                <a:lnTo>
                  <a:pt x="0" y="0"/>
                </a:lnTo>
                <a:lnTo>
                  <a:pt x="0" y="5597474"/>
                </a:lnTo>
                <a:lnTo>
                  <a:pt x="8449018" y="5597474"/>
                </a:lnTo>
                <a:lnTo>
                  <a:pt x="8449018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735487" y="7135857"/>
            <a:ext cx="10059637" cy="7972262"/>
          </a:xfrm>
          <a:custGeom>
            <a:avLst/>
            <a:gdLst/>
            <a:ahLst/>
            <a:cxnLst/>
            <a:rect r="r" b="b" t="t" l="l"/>
            <a:pathLst>
              <a:path h="7972262" w="10059637">
                <a:moveTo>
                  <a:pt x="10059637" y="0"/>
                </a:moveTo>
                <a:lnTo>
                  <a:pt x="0" y="0"/>
                </a:lnTo>
                <a:lnTo>
                  <a:pt x="0" y="7972262"/>
                </a:lnTo>
                <a:lnTo>
                  <a:pt x="10059637" y="7972262"/>
                </a:lnTo>
                <a:lnTo>
                  <a:pt x="10059637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316181">
            <a:off x="12292357" y="-5232296"/>
            <a:ext cx="11430594" cy="7572768"/>
          </a:xfrm>
          <a:custGeom>
            <a:avLst/>
            <a:gdLst/>
            <a:ahLst/>
            <a:cxnLst/>
            <a:rect r="r" b="b" t="t" l="l"/>
            <a:pathLst>
              <a:path h="7572768" w="11430594">
                <a:moveTo>
                  <a:pt x="0" y="0"/>
                </a:moveTo>
                <a:lnTo>
                  <a:pt x="11430594" y="0"/>
                </a:lnTo>
                <a:lnTo>
                  <a:pt x="11430594" y="7572769"/>
                </a:lnTo>
                <a:lnTo>
                  <a:pt x="0" y="7572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76635" y="2193670"/>
            <a:ext cx="14170107" cy="5402353"/>
          </a:xfrm>
          <a:custGeom>
            <a:avLst/>
            <a:gdLst/>
            <a:ahLst/>
            <a:cxnLst/>
            <a:rect r="r" b="b" t="t" l="l"/>
            <a:pathLst>
              <a:path h="5402353" w="14170107">
                <a:moveTo>
                  <a:pt x="0" y="0"/>
                </a:moveTo>
                <a:lnTo>
                  <a:pt x="14170106" y="0"/>
                </a:lnTo>
                <a:lnTo>
                  <a:pt x="14170106" y="5402353"/>
                </a:lnTo>
                <a:lnTo>
                  <a:pt x="0" y="54023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91263" y="89530"/>
            <a:ext cx="10871335" cy="101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THIẾT KẾ CA KIỂM THỬ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914401" y="-3778655"/>
            <a:ext cx="7924991" cy="6280555"/>
          </a:xfrm>
          <a:custGeom>
            <a:avLst/>
            <a:gdLst/>
            <a:ahLst/>
            <a:cxnLst/>
            <a:rect r="r" b="b" t="t" l="l"/>
            <a:pathLst>
              <a:path h="6280555" w="7924991">
                <a:moveTo>
                  <a:pt x="7924991" y="0"/>
                </a:moveTo>
                <a:lnTo>
                  <a:pt x="0" y="0"/>
                </a:lnTo>
                <a:lnTo>
                  <a:pt x="0" y="6280555"/>
                </a:lnTo>
                <a:lnTo>
                  <a:pt x="7924991" y="6280555"/>
                </a:lnTo>
                <a:lnTo>
                  <a:pt x="792499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95549">
            <a:off x="-2689687" y="7488263"/>
            <a:ext cx="8449018" cy="5597475"/>
          </a:xfrm>
          <a:custGeom>
            <a:avLst/>
            <a:gdLst/>
            <a:ahLst/>
            <a:cxnLst/>
            <a:rect r="r" b="b" t="t" l="l"/>
            <a:pathLst>
              <a:path h="5597475" w="8449018">
                <a:moveTo>
                  <a:pt x="8449018" y="0"/>
                </a:moveTo>
                <a:lnTo>
                  <a:pt x="0" y="0"/>
                </a:lnTo>
                <a:lnTo>
                  <a:pt x="0" y="5597474"/>
                </a:lnTo>
                <a:lnTo>
                  <a:pt x="8449018" y="5597474"/>
                </a:lnTo>
                <a:lnTo>
                  <a:pt x="8449018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735487" y="7135857"/>
            <a:ext cx="10059637" cy="7972262"/>
          </a:xfrm>
          <a:custGeom>
            <a:avLst/>
            <a:gdLst/>
            <a:ahLst/>
            <a:cxnLst/>
            <a:rect r="r" b="b" t="t" l="l"/>
            <a:pathLst>
              <a:path h="7972262" w="10059637">
                <a:moveTo>
                  <a:pt x="10059637" y="0"/>
                </a:moveTo>
                <a:lnTo>
                  <a:pt x="0" y="0"/>
                </a:lnTo>
                <a:lnTo>
                  <a:pt x="0" y="7972262"/>
                </a:lnTo>
                <a:lnTo>
                  <a:pt x="10059637" y="7972262"/>
                </a:lnTo>
                <a:lnTo>
                  <a:pt x="10059637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316181">
            <a:off x="12292357" y="-5232296"/>
            <a:ext cx="11430594" cy="7572768"/>
          </a:xfrm>
          <a:custGeom>
            <a:avLst/>
            <a:gdLst/>
            <a:ahLst/>
            <a:cxnLst/>
            <a:rect r="r" b="b" t="t" l="l"/>
            <a:pathLst>
              <a:path h="7572768" w="11430594">
                <a:moveTo>
                  <a:pt x="0" y="0"/>
                </a:moveTo>
                <a:lnTo>
                  <a:pt x="11430594" y="0"/>
                </a:lnTo>
                <a:lnTo>
                  <a:pt x="11430594" y="7572769"/>
                </a:lnTo>
                <a:lnTo>
                  <a:pt x="0" y="7572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8912" y="1654621"/>
            <a:ext cx="17768593" cy="6685433"/>
          </a:xfrm>
          <a:custGeom>
            <a:avLst/>
            <a:gdLst/>
            <a:ahLst/>
            <a:cxnLst/>
            <a:rect r="r" b="b" t="t" l="l"/>
            <a:pathLst>
              <a:path h="6685433" w="17768593">
                <a:moveTo>
                  <a:pt x="0" y="0"/>
                </a:moveTo>
                <a:lnTo>
                  <a:pt x="17768593" y="0"/>
                </a:lnTo>
                <a:lnTo>
                  <a:pt x="17768593" y="6685433"/>
                </a:lnTo>
                <a:lnTo>
                  <a:pt x="0" y="66854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91263" y="89530"/>
            <a:ext cx="10871335" cy="101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THIẾT KẾ CA KIỂM THỬ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914401" y="-3778655"/>
            <a:ext cx="7924991" cy="6280555"/>
          </a:xfrm>
          <a:custGeom>
            <a:avLst/>
            <a:gdLst/>
            <a:ahLst/>
            <a:cxnLst/>
            <a:rect r="r" b="b" t="t" l="l"/>
            <a:pathLst>
              <a:path h="6280555" w="7924991">
                <a:moveTo>
                  <a:pt x="7924991" y="0"/>
                </a:moveTo>
                <a:lnTo>
                  <a:pt x="0" y="0"/>
                </a:lnTo>
                <a:lnTo>
                  <a:pt x="0" y="6280555"/>
                </a:lnTo>
                <a:lnTo>
                  <a:pt x="7924991" y="6280555"/>
                </a:lnTo>
                <a:lnTo>
                  <a:pt x="792499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95549">
            <a:off x="-2689687" y="7488263"/>
            <a:ext cx="8449018" cy="5597475"/>
          </a:xfrm>
          <a:custGeom>
            <a:avLst/>
            <a:gdLst/>
            <a:ahLst/>
            <a:cxnLst/>
            <a:rect r="r" b="b" t="t" l="l"/>
            <a:pathLst>
              <a:path h="5597475" w="8449018">
                <a:moveTo>
                  <a:pt x="8449018" y="0"/>
                </a:moveTo>
                <a:lnTo>
                  <a:pt x="0" y="0"/>
                </a:lnTo>
                <a:lnTo>
                  <a:pt x="0" y="5597474"/>
                </a:lnTo>
                <a:lnTo>
                  <a:pt x="8449018" y="5597474"/>
                </a:lnTo>
                <a:lnTo>
                  <a:pt x="8449018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735487" y="7135857"/>
            <a:ext cx="10059637" cy="7972262"/>
          </a:xfrm>
          <a:custGeom>
            <a:avLst/>
            <a:gdLst/>
            <a:ahLst/>
            <a:cxnLst/>
            <a:rect r="r" b="b" t="t" l="l"/>
            <a:pathLst>
              <a:path h="7972262" w="10059637">
                <a:moveTo>
                  <a:pt x="10059637" y="0"/>
                </a:moveTo>
                <a:lnTo>
                  <a:pt x="0" y="0"/>
                </a:lnTo>
                <a:lnTo>
                  <a:pt x="0" y="7972262"/>
                </a:lnTo>
                <a:lnTo>
                  <a:pt x="10059637" y="7972262"/>
                </a:lnTo>
                <a:lnTo>
                  <a:pt x="10059637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316181">
            <a:off x="12292357" y="-5232296"/>
            <a:ext cx="11430594" cy="7572768"/>
          </a:xfrm>
          <a:custGeom>
            <a:avLst/>
            <a:gdLst/>
            <a:ahLst/>
            <a:cxnLst/>
            <a:rect r="r" b="b" t="t" l="l"/>
            <a:pathLst>
              <a:path h="7572768" w="11430594">
                <a:moveTo>
                  <a:pt x="0" y="0"/>
                </a:moveTo>
                <a:lnTo>
                  <a:pt x="11430594" y="0"/>
                </a:lnTo>
                <a:lnTo>
                  <a:pt x="11430594" y="7572769"/>
                </a:lnTo>
                <a:lnTo>
                  <a:pt x="0" y="7572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91263" y="89530"/>
            <a:ext cx="10871335" cy="101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THIẾT KẾ CA KIỂM THỬ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24032" y="1862546"/>
            <a:ext cx="17483622" cy="6206686"/>
          </a:xfrm>
          <a:custGeom>
            <a:avLst/>
            <a:gdLst/>
            <a:ahLst/>
            <a:cxnLst/>
            <a:rect r="r" b="b" t="t" l="l"/>
            <a:pathLst>
              <a:path h="6206686" w="17483622">
                <a:moveTo>
                  <a:pt x="0" y="0"/>
                </a:moveTo>
                <a:lnTo>
                  <a:pt x="17483622" y="0"/>
                </a:lnTo>
                <a:lnTo>
                  <a:pt x="17483622" y="6206685"/>
                </a:lnTo>
                <a:lnTo>
                  <a:pt x="0" y="6206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914401" y="-3778655"/>
            <a:ext cx="7924991" cy="6280555"/>
          </a:xfrm>
          <a:custGeom>
            <a:avLst/>
            <a:gdLst/>
            <a:ahLst/>
            <a:cxnLst/>
            <a:rect r="r" b="b" t="t" l="l"/>
            <a:pathLst>
              <a:path h="6280555" w="7924991">
                <a:moveTo>
                  <a:pt x="7924991" y="0"/>
                </a:moveTo>
                <a:lnTo>
                  <a:pt x="0" y="0"/>
                </a:lnTo>
                <a:lnTo>
                  <a:pt x="0" y="6280555"/>
                </a:lnTo>
                <a:lnTo>
                  <a:pt x="7924991" y="6280555"/>
                </a:lnTo>
                <a:lnTo>
                  <a:pt x="792499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95549">
            <a:off x="-2689687" y="7488263"/>
            <a:ext cx="8449018" cy="5597475"/>
          </a:xfrm>
          <a:custGeom>
            <a:avLst/>
            <a:gdLst/>
            <a:ahLst/>
            <a:cxnLst/>
            <a:rect r="r" b="b" t="t" l="l"/>
            <a:pathLst>
              <a:path h="5597475" w="8449018">
                <a:moveTo>
                  <a:pt x="8449018" y="0"/>
                </a:moveTo>
                <a:lnTo>
                  <a:pt x="0" y="0"/>
                </a:lnTo>
                <a:lnTo>
                  <a:pt x="0" y="5597474"/>
                </a:lnTo>
                <a:lnTo>
                  <a:pt x="8449018" y="5597474"/>
                </a:lnTo>
                <a:lnTo>
                  <a:pt x="8449018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735487" y="7135857"/>
            <a:ext cx="10059637" cy="7972262"/>
          </a:xfrm>
          <a:custGeom>
            <a:avLst/>
            <a:gdLst/>
            <a:ahLst/>
            <a:cxnLst/>
            <a:rect r="r" b="b" t="t" l="l"/>
            <a:pathLst>
              <a:path h="7972262" w="10059637">
                <a:moveTo>
                  <a:pt x="10059637" y="0"/>
                </a:moveTo>
                <a:lnTo>
                  <a:pt x="0" y="0"/>
                </a:lnTo>
                <a:lnTo>
                  <a:pt x="0" y="7972262"/>
                </a:lnTo>
                <a:lnTo>
                  <a:pt x="10059637" y="7972262"/>
                </a:lnTo>
                <a:lnTo>
                  <a:pt x="10059637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316181">
            <a:off x="12292357" y="-5232296"/>
            <a:ext cx="11430594" cy="7572768"/>
          </a:xfrm>
          <a:custGeom>
            <a:avLst/>
            <a:gdLst/>
            <a:ahLst/>
            <a:cxnLst/>
            <a:rect r="r" b="b" t="t" l="l"/>
            <a:pathLst>
              <a:path h="7572768" w="11430594">
                <a:moveTo>
                  <a:pt x="0" y="0"/>
                </a:moveTo>
                <a:lnTo>
                  <a:pt x="11430594" y="0"/>
                </a:lnTo>
                <a:lnTo>
                  <a:pt x="11430594" y="7572769"/>
                </a:lnTo>
                <a:lnTo>
                  <a:pt x="0" y="7572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6963" y="2351024"/>
            <a:ext cx="17297749" cy="5232569"/>
          </a:xfrm>
          <a:custGeom>
            <a:avLst/>
            <a:gdLst/>
            <a:ahLst/>
            <a:cxnLst/>
            <a:rect r="r" b="b" t="t" l="l"/>
            <a:pathLst>
              <a:path h="5232569" w="17297749">
                <a:moveTo>
                  <a:pt x="0" y="0"/>
                </a:moveTo>
                <a:lnTo>
                  <a:pt x="17297749" y="0"/>
                </a:lnTo>
                <a:lnTo>
                  <a:pt x="17297749" y="5232569"/>
                </a:lnTo>
                <a:lnTo>
                  <a:pt x="0" y="52325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91263" y="89530"/>
            <a:ext cx="10871335" cy="101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THIẾT KẾ CA KIỂM THỬ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914401" y="-3778655"/>
            <a:ext cx="7924991" cy="6280555"/>
          </a:xfrm>
          <a:custGeom>
            <a:avLst/>
            <a:gdLst/>
            <a:ahLst/>
            <a:cxnLst/>
            <a:rect r="r" b="b" t="t" l="l"/>
            <a:pathLst>
              <a:path h="6280555" w="7924991">
                <a:moveTo>
                  <a:pt x="7924991" y="0"/>
                </a:moveTo>
                <a:lnTo>
                  <a:pt x="0" y="0"/>
                </a:lnTo>
                <a:lnTo>
                  <a:pt x="0" y="6280555"/>
                </a:lnTo>
                <a:lnTo>
                  <a:pt x="7924991" y="6280555"/>
                </a:lnTo>
                <a:lnTo>
                  <a:pt x="792499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95549">
            <a:off x="-2689687" y="7488263"/>
            <a:ext cx="8449018" cy="5597475"/>
          </a:xfrm>
          <a:custGeom>
            <a:avLst/>
            <a:gdLst/>
            <a:ahLst/>
            <a:cxnLst/>
            <a:rect r="r" b="b" t="t" l="l"/>
            <a:pathLst>
              <a:path h="5597475" w="8449018">
                <a:moveTo>
                  <a:pt x="8449018" y="0"/>
                </a:moveTo>
                <a:lnTo>
                  <a:pt x="0" y="0"/>
                </a:lnTo>
                <a:lnTo>
                  <a:pt x="0" y="5597474"/>
                </a:lnTo>
                <a:lnTo>
                  <a:pt x="8449018" y="5597474"/>
                </a:lnTo>
                <a:lnTo>
                  <a:pt x="8449018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735487" y="7135857"/>
            <a:ext cx="10059637" cy="7972262"/>
          </a:xfrm>
          <a:custGeom>
            <a:avLst/>
            <a:gdLst/>
            <a:ahLst/>
            <a:cxnLst/>
            <a:rect r="r" b="b" t="t" l="l"/>
            <a:pathLst>
              <a:path h="7972262" w="10059637">
                <a:moveTo>
                  <a:pt x="10059637" y="0"/>
                </a:moveTo>
                <a:lnTo>
                  <a:pt x="0" y="0"/>
                </a:lnTo>
                <a:lnTo>
                  <a:pt x="0" y="7972262"/>
                </a:lnTo>
                <a:lnTo>
                  <a:pt x="10059637" y="7972262"/>
                </a:lnTo>
                <a:lnTo>
                  <a:pt x="10059637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316181">
            <a:off x="12292357" y="-5232296"/>
            <a:ext cx="11430594" cy="7572768"/>
          </a:xfrm>
          <a:custGeom>
            <a:avLst/>
            <a:gdLst/>
            <a:ahLst/>
            <a:cxnLst/>
            <a:rect r="r" b="b" t="t" l="l"/>
            <a:pathLst>
              <a:path h="7572768" w="11430594">
                <a:moveTo>
                  <a:pt x="0" y="0"/>
                </a:moveTo>
                <a:lnTo>
                  <a:pt x="11430594" y="0"/>
                </a:lnTo>
                <a:lnTo>
                  <a:pt x="11430594" y="7572769"/>
                </a:lnTo>
                <a:lnTo>
                  <a:pt x="0" y="7572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0325" y="2639060"/>
            <a:ext cx="17677329" cy="5457875"/>
          </a:xfrm>
          <a:custGeom>
            <a:avLst/>
            <a:gdLst/>
            <a:ahLst/>
            <a:cxnLst/>
            <a:rect r="r" b="b" t="t" l="l"/>
            <a:pathLst>
              <a:path h="5457875" w="17677329">
                <a:moveTo>
                  <a:pt x="0" y="0"/>
                </a:moveTo>
                <a:lnTo>
                  <a:pt x="17677329" y="0"/>
                </a:lnTo>
                <a:lnTo>
                  <a:pt x="17677329" y="5457875"/>
                </a:lnTo>
                <a:lnTo>
                  <a:pt x="0" y="5457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91263" y="89530"/>
            <a:ext cx="10871335" cy="101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THIẾT KẾ CA KIỂM THỬ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914401" y="-3778655"/>
            <a:ext cx="7924991" cy="6280555"/>
          </a:xfrm>
          <a:custGeom>
            <a:avLst/>
            <a:gdLst/>
            <a:ahLst/>
            <a:cxnLst/>
            <a:rect r="r" b="b" t="t" l="l"/>
            <a:pathLst>
              <a:path h="6280555" w="7924991">
                <a:moveTo>
                  <a:pt x="7924991" y="0"/>
                </a:moveTo>
                <a:lnTo>
                  <a:pt x="0" y="0"/>
                </a:lnTo>
                <a:lnTo>
                  <a:pt x="0" y="6280555"/>
                </a:lnTo>
                <a:lnTo>
                  <a:pt x="7924991" y="6280555"/>
                </a:lnTo>
                <a:lnTo>
                  <a:pt x="792499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95549">
            <a:off x="-2689687" y="7488263"/>
            <a:ext cx="8449018" cy="5597475"/>
          </a:xfrm>
          <a:custGeom>
            <a:avLst/>
            <a:gdLst/>
            <a:ahLst/>
            <a:cxnLst/>
            <a:rect r="r" b="b" t="t" l="l"/>
            <a:pathLst>
              <a:path h="5597475" w="8449018">
                <a:moveTo>
                  <a:pt x="8449018" y="0"/>
                </a:moveTo>
                <a:lnTo>
                  <a:pt x="0" y="0"/>
                </a:lnTo>
                <a:lnTo>
                  <a:pt x="0" y="5597474"/>
                </a:lnTo>
                <a:lnTo>
                  <a:pt x="8449018" y="5597474"/>
                </a:lnTo>
                <a:lnTo>
                  <a:pt x="8449018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735487" y="7135857"/>
            <a:ext cx="10059637" cy="7972262"/>
          </a:xfrm>
          <a:custGeom>
            <a:avLst/>
            <a:gdLst/>
            <a:ahLst/>
            <a:cxnLst/>
            <a:rect r="r" b="b" t="t" l="l"/>
            <a:pathLst>
              <a:path h="7972262" w="10059637">
                <a:moveTo>
                  <a:pt x="10059637" y="0"/>
                </a:moveTo>
                <a:lnTo>
                  <a:pt x="0" y="0"/>
                </a:lnTo>
                <a:lnTo>
                  <a:pt x="0" y="7972262"/>
                </a:lnTo>
                <a:lnTo>
                  <a:pt x="10059637" y="7972262"/>
                </a:lnTo>
                <a:lnTo>
                  <a:pt x="10059637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316181">
            <a:off x="12292357" y="-5232296"/>
            <a:ext cx="11430594" cy="7572768"/>
          </a:xfrm>
          <a:custGeom>
            <a:avLst/>
            <a:gdLst/>
            <a:ahLst/>
            <a:cxnLst/>
            <a:rect r="r" b="b" t="t" l="l"/>
            <a:pathLst>
              <a:path h="7572768" w="11430594">
                <a:moveTo>
                  <a:pt x="0" y="0"/>
                </a:moveTo>
                <a:lnTo>
                  <a:pt x="11430594" y="0"/>
                </a:lnTo>
                <a:lnTo>
                  <a:pt x="11430594" y="7572769"/>
                </a:lnTo>
                <a:lnTo>
                  <a:pt x="0" y="7572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8108" y="2234734"/>
            <a:ext cx="15723181" cy="5345882"/>
          </a:xfrm>
          <a:custGeom>
            <a:avLst/>
            <a:gdLst/>
            <a:ahLst/>
            <a:cxnLst/>
            <a:rect r="r" b="b" t="t" l="l"/>
            <a:pathLst>
              <a:path h="5345882" w="15723181">
                <a:moveTo>
                  <a:pt x="0" y="0"/>
                </a:moveTo>
                <a:lnTo>
                  <a:pt x="15723181" y="0"/>
                </a:lnTo>
                <a:lnTo>
                  <a:pt x="15723181" y="5345882"/>
                </a:lnTo>
                <a:lnTo>
                  <a:pt x="0" y="53458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91263" y="89530"/>
            <a:ext cx="10871335" cy="101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THIẾT KẾ CA KIỂM THỬ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914401" y="-3778655"/>
            <a:ext cx="7924991" cy="6280555"/>
          </a:xfrm>
          <a:custGeom>
            <a:avLst/>
            <a:gdLst/>
            <a:ahLst/>
            <a:cxnLst/>
            <a:rect r="r" b="b" t="t" l="l"/>
            <a:pathLst>
              <a:path h="6280555" w="7924991">
                <a:moveTo>
                  <a:pt x="7924991" y="0"/>
                </a:moveTo>
                <a:lnTo>
                  <a:pt x="0" y="0"/>
                </a:lnTo>
                <a:lnTo>
                  <a:pt x="0" y="6280555"/>
                </a:lnTo>
                <a:lnTo>
                  <a:pt x="7924991" y="6280555"/>
                </a:lnTo>
                <a:lnTo>
                  <a:pt x="792499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95549">
            <a:off x="-2689687" y="7488263"/>
            <a:ext cx="8449018" cy="5597475"/>
          </a:xfrm>
          <a:custGeom>
            <a:avLst/>
            <a:gdLst/>
            <a:ahLst/>
            <a:cxnLst/>
            <a:rect r="r" b="b" t="t" l="l"/>
            <a:pathLst>
              <a:path h="5597475" w="8449018">
                <a:moveTo>
                  <a:pt x="8449018" y="0"/>
                </a:moveTo>
                <a:lnTo>
                  <a:pt x="0" y="0"/>
                </a:lnTo>
                <a:lnTo>
                  <a:pt x="0" y="5597474"/>
                </a:lnTo>
                <a:lnTo>
                  <a:pt x="8449018" y="5597474"/>
                </a:lnTo>
                <a:lnTo>
                  <a:pt x="8449018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735487" y="7135857"/>
            <a:ext cx="10059637" cy="7972262"/>
          </a:xfrm>
          <a:custGeom>
            <a:avLst/>
            <a:gdLst/>
            <a:ahLst/>
            <a:cxnLst/>
            <a:rect r="r" b="b" t="t" l="l"/>
            <a:pathLst>
              <a:path h="7972262" w="10059637">
                <a:moveTo>
                  <a:pt x="10059637" y="0"/>
                </a:moveTo>
                <a:lnTo>
                  <a:pt x="0" y="0"/>
                </a:lnTo>
                <a:lnTo>
                  <a:pt x="0" y="7972262"/>
                </a:lnTo>
                <a:lnTo>
                  <a:pt x="10059637" y="7972262"/>
                </a:lnTo>
                <a:lnTo>
                  <a:pt x="10059637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316181">
            <a:off x="12292357" y="-5232296"/>
            <a:ext cx="11430594" cy="7572768"/>
          </a:xfrm>
          <a:custGeom>
            <a:avLst/>
            <a:gdLst/>
            <a:ahLst/>
            <a:cxnLst/>
            <a:rect r="r" b="b" t="t" l="l"/>
            <a:pathLst>
              <a:path h="7572768" w="11430594">
                <a:moveTo>
                  <a:pt x="0" y="0"/>
                </a:moveTo>
                <a:lnTo>
                  <a:pt x="11430594" y="0"/>
                </a:lnTo>
                <a:lnTo>
                  <a:pt x="11430594" y="7572769"/>
                </a:lnTo>
                <a:lnTo>
                  <a:pt x="0" y="7572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0006" y="2132563"/>
            <a:ext cx="17777648" cy="6711062"/>
          </a:xfrm>
          <a:custGeom>
            <a:avLst/>
            <a:gdLst/>
            <a:ahLst/>
            <a:cxnLst/>
            <a:rect r="r" b="b" t="t" l="l"/>
            <a:pathLst>
              <a:path h="6711062" w="17777648">
                <a:moveTo>
                  <a:pt x="0" y="0"/>
                </a:moveTo>
                <a:lnTo>
                  <a:pt x="17777648" y="0"/>
                </a:lnTo>
                <a:lnTo>
                  <a:pt x="17777648" y="6711063"/>
                </a:lnTo>
                <a:lnTo>
                  <a:pt x="0" y="6711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91263" y="89530"/>
            <a:ext cx="10871335" cy="101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THIẾT KẾ CA KIỂM THỬ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914401" y="-3778655"/>
            <a:ext cx="7924991" cy="6280555"/>
          </a:xfrm>
          <a:custGeom>
            <a:avLst/>
            <a:gdLst/>
            <a:ahLst/>
            <a:cxnLst/>
            <a:rect r="r" b="b" t="t" l="l"/>
            <a:pathLst>
              <a:path h="6280555" w="7924991">
                <a:moveTo>
                  <a:pt x="7924991" y="0"/>
                </a:moveTo>
                <a:lnTo>
                  <a:pt x="0" y="0"/>
                </a:lnTo>
                <a:lnTo>
                  <a:pt x="0" y="6280555"/>
                </a:lnTo>
                <a:lnTo>
                  <a:pt x="7924991" y="6280555"/>
                </a:lnTo>
                <a:lnTo>
                  <a:pt x="792499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95549">
            <a:off x="-2689687" y="7488263"/>
            <a:ext cx="8449018" cy="5597475"/>
          </a:xfrm>
          <a:custGeom>
            <a:avLst/>
            <a:gdLst/>
            <a:ahLst/>
            <a:cxnLst/>
            <a:rect r="r" b="b" t="t" l="l"/>
            <a:pathLst>
              <a:path h="5597475" w="8449018">
                <a:moveTo>
                  <a:pt x="8449018" y="0"/>
                </a:moveTo>
                <a:lnTo>
                  <a:pt x="0" y="0"/>
                </a:lnTo>
                <a:lnTo>
                  <a:pt x="0" y="5597474"/>
                </a:lnTo>
                <a:lnTo>
                  <a:pt x="8449018" y="5597474"/>
                </a:lnTo>
                <a:lnTo>
                  <a:pt x="8449018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735487" y="7135857"/>
            <a:ext cx="10059637" cy="7972262"/>
          </a:xfrm>
          <a:custGeom>
            <a:avLst/>
            <a:gdLst/>
            <a:ahLst/>
            <a:cxnLst/>
            <a:rect r="r" b="b" t="t" l="l"/>
            <a:pathLst>
              <a:path h="7972262" w="10059637">
                <a:moveTo>
                  <a:pt x="10059637" y="0"/>
                </a:moveTo>
                <a:lnTo>
                  <a:pt x="0" y="0"/>
                </a:lnTo>
                <a:lnTo>
                  <a:pt x="0" y="7972262"/>
                </a:lnTo>
                <a:lnTo>
                  <a:pt x="10059637" y="7972262"/>
                </a:lnTo>
                <a:lnTo>
                  <a:pt x="10059637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316181">
            <a:off x="12292357" y="-5232296"/>
            <a:ext cx="11430594" cy="7572768"/>
          </a:xfrm>
          <a:custGeom>
            <a:avLst/>
            <a:gdLst/>
            <a:ahLst/>
            <a:cxnLst/>
            <a:rect r="r" b="b" t="t" l="l"/>
            <a:pathLst>
              <a:path h="7572768" w="11430594">
                <a:moveTo>
                  <a:pt x="0" y="0"/>
                </a:moveTo>
                <a:lnTo>
                  <a:pt x="11430594" y="0"/>
                </a:lnTo>
                <a:lnTo>
                  <a:pt x="11430594" y="7572769"/>
                </a:lnTo>
                <a:lnTo>
                  <a:pt x="0" y="7572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9231" y="3005582"/>
            <a:ext cx="16235661" cy="4545985"/>
          </a:xfrm>
          <a:custGeom>
            <a:avLst/>
            <a:gdLst/>
            <a:ahLst/>
            <a:cxnLst/>
            <a:rect r="r" b="b" t="t" l="l"/>
            <a:pathLst>
              <a:path h="4545985" w="16235661">
                <a:moveTo>
                  <a:pt x="0" y="0"/>
                </a:moveTo>
                <a:lnTo>
                  <a:pt x="16235661" y="0"/>
                </a:lnTo>
                <a:lnTo>
                  <a:pt x="16235661" y="4545985"/>
                </a:lnTo>
                <a:lnTo>
                  <a:pt x="0" y="45459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91263" y="89530"/>
            <a:ext cx="10871335" cy="101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THIẾT KẾ CA KIỂM THỬ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914401" y="-3778655"/>
            <a:ext cx="7924991" cy="6280555"/>
          </a:xfrm>
          <a:custGeom>
            <a:avLst/>
            <a:gdLst/>
            <a:ahLst/>
            <a:cxnLst/>
            <a:rect r="r" b="b" t="t" l="l"/>
            <a:pathLst>
              <a:path h="6280555" w="7924991">
                <a:moveTo>
                  <a:pt x="7924991" y="0"/>
                </a:moveTo>
                <a:lnTo>
                  <a:pt x="0" y="0"/>
                </a:lnTo>
                <a:lnTo>
                  <a:pt x="0" y="6280555"/>
                </a:lnTo>
                <a:lnTo>
                  <a:pt x="7924991" y="6280555"/>
                </a:lnTo>
                <a:lnTo>
                  <a:pt x="7924991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95549">
            <a:off x="-2689687" y="7488263"/>
            <a:ext cx="8449018" cy="5597475"/>
          </a:xfrm>
          <a:custGeom>
            <a:avLst/>
            <a:gdLst/>
            <a:ahLst/>
            <a:cxnLst/>
            <a:rect r="r" b="b" t="t" l="l"/>
            <a:pathLst>
              <a:path h="5597475" w="8449018">
                <a:moveTo>
                  <a:pt x="8449018" y="0"/>
                </a:moveTo>
                <a:lnTo>
                  <a:pt x="0" y="0"/>
                </a:lnTo>
                <a:lnTo>
                  <a:pt x="0" y="5597474"/>
                </a:lnTo>
                <a:lnTo>
                  <a:pt x="8449018" y="5597474"/>
                </a:lnTo>
                <a:lnTo>
                  <a:pt x="8449018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735487" y="7135857"/>
            <a:ext cx="10059637" cy="7972262"/>
          </a:xfrm>
          <a:custGeom>
            <a:avLst/>
            <a:gdLst/>
            <a:ahLst/>
            <a:cxnLst/>
            <a:rect r="r" b="b" t="t" l="l"/>
            <a:pathLst>
              <a:path h="7972262" w="10059637">
                <a:moveTo>
                  <a:pt x="10059637" y="0"/>
                </a:moveTo>
                <a:lnTo>
                  <a:pt x="0" y="0"/>
                </a:lnTo>
                <a:lnTo>
                  <a:pt x="0" y="7972262"/>
                </a:lnTo>
                <a:lnTo>
                  <a:pt x="10059637" y="7972262"/>
                </a:lnTo>
                <a:lnTo>
                  <a:pt x="10059637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316181">
            <a:off x="12292357" y="-5232296"/>
            <a:ext cx="11430594" cy="7572768"/>
          </a:xfrm>
          <a:custGeom>
            <a:avLst/>
            <a:gdLst/>
            <a:ahLst/>
            <a:cxnLst/>
            <a:rect r="r" b="b" t="t" l="l"/>
            <a:pathLst>
              <a:path h="7572768" w="11430594">
                <a:moveTo>
                  <a:pt x="0" y="0"/>
                </a:moveTo>
                <a:lnTo>
                  <a:pt x="11430594" y="0"/>
                </a:lnTo>
                <a:lnTo>
                  <a:pt x="11430594" y="7572769"/>
                </a:lnTo>
                <a:lnTo>
                  <a:pt x="0" y="7572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8548" y="1452029"/>
            <a:ext cx="17679106" cy="7403126"/>
          </a:xfrm>
          <a:custGeom>
            <a:avLst/>
            <a:gdLst/>
            <a:ahLst/>
            <a:cxnLst/>
            <a:rect r="r" b="b" t="t" l="l"/>
            <a:pathLst>
              <a:path h="7403126" w="17679106">
                <a:moveTo>
                  <a:pt x="0" y="0"/>
                </a:moveTo>
                <a:lnTo>
                  <a:pt x="17679106" y="0"/>
                </a:lnTo>
                <a:lnTo>
                  <a:pt x="17679106" y="7403126"/>
                </a:lnTo>
                <a:lnTo>
                  <a:pt x="0" y="7403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91263" y="89530"/>
            <a:ext cx="10871335" cy="101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THỰC THI KIỂM THỬ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DAG_yZ8Uu_I</dc:identifier>
  <dcterms:modified xsi:type="dcterms:W3CDTF">2011-08-01T06:04:30Z</dcterms:modified>
  <cp:revision>1</cp:revision>
  <dc:title>TEST BIN</dc:title>
</cp:coreProperties>
</file>